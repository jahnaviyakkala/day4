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9EE2-8761-E595-F561-CA45DAF01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A86E2-8F30-4B78-947F-3264B30F0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260D5-F484-DF32-3B61-FF6B3B83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6F7E2-69F7-359D-374B-E537AA0F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1C455-1DFB-8A2E-3474-140A819D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49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0C61-EE3E-4D30-1FFA-7D691F355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DC1E-6EA6-DE1A-AF3D-4D2DD2E1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28AC1-2C8A-1924-6FF1-61EF5589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A2A4-4EAA-C9DA-D86E-ABC6E76C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EC5C-E97B-5A29-DAEE-1A3B9517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8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D019-3741-2A3A-CE07-CFECBE3B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AD715-F9E8-A374-3968-F522D1B59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0961-1197-AE4F-9424-A21DF13B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DE44-BCF4-23EC-5E38-E984BF60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6CBB6-B8AE-4ACD-42A1-3D06BC24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58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EC36-BAFE-84D5-245B-91C42D19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4DF8-F961-FE44-55B6-F34952579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4869A-DFF9-5C06-F650-920A9491C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65998-DCC2-2749-C8B2-D7F6A3C3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E208A-1D1D-AA3D-332D-5531CD6B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76DC7-B1FD-FF0C-500A-F73CFDA3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5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A1FD-7FC1-6626-451D-C0561A1F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B08B7-6824-E17E-998E-66C060E49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2B33B-C7E5-1B0A-5F3B-104DBAF9E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346F1-82C5-F31E-D434-D41F87968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190570-15B5-AC20-A7F7-D01C66411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24F78-9D45-BFC5-060C-BDB10CE4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C9D93-9575-F84F-18A4-A11AADCF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6E84A-C76D-FE8C-0ABE-5AA31755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8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0B38-032A-146B-1D5E-E26715EF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14875-DAD6-DD2C-A9CC-33B2CE5C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031F5-35A6-3986-7591-1D97ADE2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D59F7-EA76-30AE-79C5-18C7D26D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51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3F79F-CBCD-B4B7-93F2-CD5375F3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39927-31C1-F62A-351D-AC898AAA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FD76C-42CA-736D-0015-E2BB6FC7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4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B196-2271-474F-2DE7-A4320F52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0679E-AB42-4C60-4B4C-F1A3A1F7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A69DE-B2F5-5D15-7EC7-35449D986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41AA2-E4CC-5111-90CC-5723BC0E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2C99C-C954-5240-F042-40AFD07A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296C9-8DF2-4BF8-0A4E-7223D272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20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DB4A-D784-D043-4B93-5C1F45DC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00005-470C-7EA1-8EF4-4D2FB94BF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D0B53-8B8C-D1B2-B46A-662756AFC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A0E5-ABF3-6EB5-9345-A989AC57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D1A52-8D53-4C6A-443F-E1F10AC7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21C1F-FDB0-6093-2941-5712150D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23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C9AA-FEC7-129E-22C9-FB83D20E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C1978-8D8E-F7FF-6071-E9A04BFA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8028-70E8-AC63-8D17-FA4C0C85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2AFC4-CED8-5594-64BA-FEF45180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EEF9-7105-66BE-3202-FAA0BDCA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9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316AA-AE6A-51A6-FC7F-F860E8983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DC562-2A41-F6D5-0865-0EB8F4951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B411E-ACBB-23B1-DE14-9B33308A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0AFCB-A25E-2FEF-B231-7D3122A0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3B110-4FAF-BFBF-4E0F-802C2014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02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FD91C-630B-2AA4-ED9B-BFB0BECF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0C0EB-13E8-A823-9F13-C232B51A7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2AEF-0AF5-8F8C-433C-7EDD74518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4F092-950E-41B0-A2E0-6C87E26140E2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B0F8-AC9E-6C13-3789-B97C4956F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8E4BD-F802-ACFA-517A-E5486BAC3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84CD5-86D6-4BD9-9A06-62E392DD13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17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yanyoga/sample-sales-dat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7E13-654A-9B59-AC9A-76F43F8D6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/>
              <a:t>Sales Performance Dashboard – Power BI</a:t>
            </a:r>
            <a:endParaRPr lang="en-IN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DCF02-957E-4E6D-E7F0-5940FD602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dirty="0"/>
              <a:t>Objective:</a:t>
            </a:r>
          </a:p>
          <a:p>
            <a:r>
              <a:rPr lang="en-US" dirty="0"/>
              <a:t>To design an interactive sales dashboard using Power BI that helps business stakeholders analyze overall sales performance, profitability, and trends across time, regions, and product categories for informed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69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ABA2D-661C-CEB4-4E2E-FD9D6ED9D47A}"/>
              </a:ext>
            </a:extLst>
          </p:cNvPr>
          <p:cNvSpPr txBox="1"/>
          <p:nvPr/>
        </p:nvSpPr>
        <p:spPr>
          <a:xfrm>
            <a:off x="12700" y="0"/>
            <a:ext cx="121920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Dataset Used:</a:t>
            </a:r>
            <a:br>
              <a:rPr lang="en-US" sz="2400" dirty="0"/>
            </a:br>
            <a:r>
              <a:rPr lang="en-US" sz="2400" dirty="0"/>
              <a:t>Sample Superstore – Sales &amp; Financial Dataset</a:t>
            </a:r>
          </a:p>
          <a:p>
            <a:pPr>
              <a:buNone/>
            </a:pPr>
            <a:r>
              <a:rPr lang="en-IN" sz="2400" dirty="0">
                <a:hlinkClick r:id="rId2"/>
              </a:rPr>
              <a:t>Sample Sales Data</a:t>
            </a:r>
            <a:endParaRPr lang="en-IN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Dataset Description:</a:t>
            </a:r>
            <a:br>
              <a:rPr lang="en-US" sz="2400" dirty="0"/>
            </a:br>
            <a:r>
              <a:rPr lang="en-US" sz="2400" dirty="0"/>
              <a:t>The dataset contains historical sales transaction data including order date, sales amount, profit, product category, and regional information.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Key Fields Used: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Order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Region</a:t>
            </a: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97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AA83-3E9A-435F-E6AB-D05A66FB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7A46-194C-3CFC-D296-A779DE23A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KPIs Selected:</a:t>
            </a:r>
            <a:endParaRPr lang="en-US" dirty="0"/>
          </a:p>
          <a:p>
            <a:r>
              <a:rPr lang="en-US" b="1" dirty="0"/>
              <a:t>Total Sales:</a:t>
            </a:r>
            <a:r>
              <a:rPr lang="en-US" dirty="0"/>
              <a:t> Measures overall revenue generated</a:t>
            </a:r>
          </a:p>
          <a:p>
            <a:r>
              <a:rPr lang="en-US" b="1" dirty="0"/>
              <a:t>Total Profit:</a:t>
            </a:r>
            <a:r>
              <a:rPr lang="en-US" dirty="0"/>
              <a:t> Measures total profitability</a:t>
            </a:r>
          </a:p>
          <a:p>
            <a:r>
              <a:rPr lang="en-US" b="1" dirty="0"/>
              <a:t>Profit Margin (%):</a:t>
            </a:r>
            <a:r>
              <a:rPr lang="en-US" dirty="0"/>
              <a:t> Indicates business efficiency and profitability ratio</a:t>
            </a:r>
          </a:p>
          <a:p>
            <a:r>
              <a:rPr lang="en-US" dirty="0"/>
              <a:t>These KPIs provide a high-level summary of business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73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20520-DCEC-96EA-57CA-A58541CC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809259"/>
            <a:ext cx="9154803" cy="5239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94B77-71E8-0218-E15B-189DA23B56FA}"/>
              </a:ext>
            </a:extLst>
          </p:cNvPr>
          <p:cNvSpPr txBox="1"/>
          <p:nvPr/>
        </p:nvSpPr>
        <p:spPr>
          <a:xfrm>
            <a:off x="3060699" y="292099"/>
            <a:ext cx="3035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Dashboard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86670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2BF3-EE32-9EAB-CF41-E49D069A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3DB5-2A3C-6D90-7D0D-2197AEA8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Dashboard Components:</a:t>
            </a:r>
            <a:endParaRPr lang="en-US" dirty="0"/>
          </a:p>
          <a:p>
            <a:r>
              <a:rPr lang="en-US" dirty="0"/>
              <a:t>KPI Cards for Total Sales, Total Profit, and Profit Margin</a:t>
            </a:r>
          </a:p>
          <a:p>
            <a:r>
              <a:rPr lang="en-US" dirty="0"/>
              <a:t>Line Chart showing Monthly Sales Trend</a:t>
            </a:r>
          </a:p>
          <a:p>
            <a:r>
              <a:rPr lang="en-US" dirty="0"/>
              <a:t>Bar Chart showing Sales by Product Category</a:t>
            </a:r>
          </a:p>
          <a:p>
            <a:r>
              <a:rPr lang="en-US" dirty="0"/>
              <a:t>Column Chart showing Profit by Region</a:t>
            </a:r>
          </a:p>
          <a:p>
            <a:r>
              <a:rPr lang="en-US" dirty="0"/>
              <a:t>Interactive slicers for Region and Category filtering</a:t>
            </a:r>
          </a:p>
          <a:p>
            <a:r>
              <a:rPr lang="en-US" dirty="0"/>
              <a:t>The dashboard updates dynamically based on user selections.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26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19D4-BB1F-5FB3-B40C-3D778775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8A3BB-8716-D8CF-D692-9336E449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/>
          <a:lstStyle/>
          <a:p>
            <a:r>
              <a:rPr lang="en-US" b="1" dirty="0"/>
              <a:t>Key Insights:</a:t>
            </a:r>
            <a:endParaRPr lang="en-US" dirty="0"/>
          </a:p>
          <a:p>
            <a:r>
              <a:rPr lang="en-US" dirty="0"/>
              <a:t>Overall sales show a declining trend over time</a:t>
            </a:r>
          </a:p>
          <a:p>
            <a:r>
              <a:rPr lang="en-US" dirty="0"/>
              <a:t>The West region contributes the highest profit</a:t>
            </a:r>
          </a:p>
          <a:p>
            <a:r>
              <a:rPr lang="en-US" dirty="0"/>
              <a:t>Technology category generates the highest sales</a:t>
            </a:r>
          </a:p>
          <a:p>
            <a:r>
              <a:rPr lang="en-US" dirty="0"/>
              <a:t>Profit margin is approximately 12%, indicating moderate profitability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The interactive dashboard enables quick identification of trends, high-performing regions, and product categories, supporting data-driven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37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Sales Performance Dashboard – Power BI</vt:lpstr>
      <vt:lpstr>PowerPoint Presentation</vt:lpstr>
      <vt:lpstr>KEY PERFORMANCE INDICATORS (KPIs)</vt:lpstr>
      <vt:lpstr>PowerPoint Presentation</vt:lpstr>
      <vt:lpstr>DASHBOARD FEATURES</vt:lpstr>
      <vt:lpstr>BUSINESS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Jahnavi Yakkala</dc:creator>
  <cp:lastModifiedBy>Jahnavi Yakkala</cp:lastModifiedBy>
  <cp:revision>1</cp:revision>
  <dcterms:created xsi:type="dcterms:W3CDTF">2025-12-16T07:13:00Z</dcterms:created>
  <dcterms:modified xsi:type="dcterms:W3CDTF">2025-12-16T07:13:15Z</dcterms:modified>
</cp:coreProperties>
</file>